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Fotossíntese: Processo Vital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Material de Estudo Personalizado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Por: Dra. Maria Silva - Teste de Correção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Fotossíntese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Dra. Maria Silva - Teste de Correção | NuP-Study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Slide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A fotossíntese é o processo pelo qual plantas convertem luz solar em energia química.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Dra. Maria Silva - Teste de Correção | NuP-Study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Etapas da Fotossíntese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350" indent="-635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</a:rPr>
              <a:t>Fase clara: Ocorre nos tilacoides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Captura de luz solar pela clorofila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Produção de ATP e NADPH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Liberação de oxigênio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Dra. Maria Silva - Teste de Correção | NuP-Study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Fase Escura (Ciclo de Calvin)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350" indent="-635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</a:rPr>
              <a:t>Ocorre no estroma do cloroplasto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Fixação do CO₂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Produção de glicose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Não depende diretamente da luz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Dra. Maria Silva - Teste de Correção | NuP-Study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Importância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350" indent="-6350">
              <a:lnSpc>
                <a:spcPts val="28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</a:rPr>
              <a:t>Produção de oxigênio para a atmosfera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Base da cadeia alimentar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Remoção de CO₂ do ar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Fonte de energia para ecossistemas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Dra. Maria Silva - Teste de Correção | NuP-Study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Revise o material regularmente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Pratique com exercícios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Tire suas dúvidas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Dra. Maria Silva - Teste de Correção | NuP-Study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NuP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Fotossíntese: Processo Vital</dc:title>
  <dc:subject>Material Didático</dc:subject>
  <dc:creator>NuP-Study</dc:creator>
  <cp:lastModifiedBy>NuP-Study</cp:lastModifiedBy>
  <cp:revision>1</cp:revision>
  <dcterms:created xsi:type="dcterms:W3CDTF">2025-11-06T00:29:23Z</dcterms:created>
  <dcterms:modified xsi:type="dcterms:W3CDTF">2025-11-06T00:29:23Z</dcterms:modified>
</cp:coreProperties>
</file>